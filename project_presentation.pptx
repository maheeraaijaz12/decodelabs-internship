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 Security — Project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Password Strength Checker</a:t>
            </a:r>
          </a:p>
          <a:p>
            <a:r>
              <a:rPr dirty="0"/>
              <a:t>Name: </a:t>
            </a:r>
            <a:r>
              <a:rPr lang="en-US" dirty="0" err="1" smtClean="0"/>
              <a:t>Maheera</a:t>
            </a:r>
            <a:r>
              <a:rPr lang="en-US" dirty="0" smtClean="0"/>
              <a:t> </a:t>
            </a:r>
            <a:r>
              <a:rPr lang="en-US" dirty="0" err="1" smtClean="0"/>
              <a:t>Aijaz</a:t>
            </a:r>
            <a:endParaRPr lang="en-US" dirty="0" smtClean="0"/>
          </a:p>
          <a:p>
            <a:r>
              <a:rPr dirty="0" smtClean="0"/>
              <a:t>Class </a:t>
            </a:r>
            <a:r>
              <a:rPr dirty="0"/>
              <a:t>/ Batch: </a:t>
            </a:r>
            <a:r>
              <a:rPr lang="en-US" dirty="0" smtClean="0"/>
              <a:t>24f</a:t>
            </a:r>
          </a:p>
          <a:p>
            <a:r>
              <a:rPr dirty="0" smtClean="0"/>
              <a:t>Submission date:</a:t>
            </a:r>
            <a:r>
              <a:rPr lang="en-US" smtClean="0"/>
              <a:t>20 October 2026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Weak passwords may be easier to guess.</a:t>
            </a:r>
          </a:p>
          <a:p>
            <a:pPr>
              <a:defRPr sz="2400"/>
            </a:pPr>
            <a:r>
              <a:t>Users need feedback on basic password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 password length.</a:t>
            </a:r>
          </a:p>
          <a:p>
            <a:pPr>
              <a:defRPr sz="2400"/>
            </a:pPr>
            <a:r>
              <a:t>Check uppercase letters, numbers, and symbols.</a:t>
            </a:r>
          </a:p>
          <a:p>
            <a:pPr>
              <a:defRPr sz="2400"/>
            </a:pPr>
            <a:r>
              <a:t>Display WEAK, MEDIUM, or STRONG.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 3</a:t>
            </a:r>
          </a:p>
          <a:p>
            <a:pPr>
              <a:defRPr sz="2400"/>
            </a:pPr>
            <a:r>
              <a:t>Strings and built-in functions</a:t>
            </a:r>
          </a:p>
          <a:p>
            <a:pPr>
              <a:defRPr sz="2400"/>
            </a:pPr>
            <a:r>
              <a:t>Conditional statements and functions</a:t>
            </a:r>
          </a:p>
          <a:p>
            <a:pPr>
              <a:defRPr sz="2400"/>
            </a:pPr>
            <a:r>
              <a:t>getpass hides typed input in a normal terminal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Get password input.</a:t>
            </a:r>
          </a:p>
          <a:p>
            <a:pPr>
              <a:defRPr sz="2400"/>
            </a:pPr>
            <a:r>
              <a:t>2. Run four checks.</a:t>
            </a:r>
          </a:p>
          <a:p>
            <a:pPr>
              <a:defRPr sz="2400"/>
            </a:pPr>
            <a:r>
              <a:t>3. Count checks that pass.</a:t>
            </a:r>
          </a:p>
          <a:p>
            <a:pPr>
              <a:defRPr sz="2400"/>
            </a:pPr>
            <a:r>
              <a:t>4. Display each result and the strength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0–1 checks passed: WEAK</a:t>
            </a:r>
          </a:p>
          <a:p>
            <a:pPr>
              <a:defRPr sz="2400"/>
            </a:pPr>
            <a:r>
              <a:t>2–3 checks passed: MEDIUM</a:t>
            </a:r>
          </a:p>
          <a:p>
            <a:pPr>
              <a:defRPr sz="2400"/>
            </a:pPr>
            <a:r>
              <a:t>4 checks passed: STRONG</a:t>
            </a:r>
          </a:p>
          <a:p>
            <a:pPr>
              <a:defRPr sz="2400"/>
            </a:pPr>
            <a:r>
              <a:t>These are simple educational rules, not a universal standard.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"abc" → WEAK</a:t>
            </a:r>
          </a:p>
          <a:p>
            <a:pPr>
              <a:defRPr sz="2400"/>
            </a:pPr>
            <a:r>
              <a:t>"password8" → MEDIUM</a:t>
            </a:r>
          </a:p>
          <a:p>
            <a:pPr>
              <a:defRPr sz="2400"/>
            </a:pPr>
            <a:r>
              <a:t>"Password8!" → STRONG</a:t>
            </a:r>
          </a:p>
          <a:p>
            <a:pPr>
              <a:defRPr sz="2400"/>
            </a:pPr>
            <a:r>
              <a:t>Use sample passwords only, never a real personal password.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Demonstrates string handling and conditional logic.</a:t>
            </a:r>
          </a:p>
          <a:p>
            <a:pPr>
              <a:defRPr sz="2400"/>
            </a:pPr>
            <a:r>
              <a:t>Possible improvement: detect common passwords.</a:t>
            </a:r>
          </a:p>
          <a:p>
            <a:pPr>
              <a:defRPr sz="2400"/>
            </a:pPr>
            <a:r>
              <a:t>The program does not save or transmit passwords.</a:t>
            </a:r>
          </a:p>
          <a:p>
            <a:pPr>
              <a:defRPr sz="2400"/>
            </a:pPr>
            <a:r>
              <a:t>This is a beginner project, not a full security audit.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Cyber Security — Project 1</vt:lpstr>
      <vt:lpstr>Problem Statement</vt:lpstr>
      <vt:lpstr>Project Objective</vt:lpstr>
      <vt:lpstr>Tools and Concepts</vt:lpstr>
      <vt:lpstr>Program Workflow</vt:lpstr>
      <vt:lpstr>Strength Rules</vt:lpstr>
      <vt:lpstr>Demo / Test Cases</vt:lpstr>
      <vt:lpstr>Conclusion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— Project 1</dc:title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2026-10-20T10:28:04Z</dcterms:modified>
  <cp:category/>
</cp:coreProperties>
</file>